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58" r:id="rId4"/>
    <p:sldId id="256" r:id="rId5"/>
    <p:sldId id="260" r:id="rId6"/>
    <p:sldId id="261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F8A86B-AA3C-44A7-86F7-7446289AEE06}" v="27" dt="2025-10-02T16:18:17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Pelka" userId="76ddfbaa-eca7-45ae-9581-7eb418f83b78" providerId="ADAL" clId="{E5F8A86B-AA3C-44A7-86F7-7446289AEE06}"/>
    <pc:docChg chg="undo custSel modSld">
      <pc:chgData name="Jakub Pelka" userId="76ddfbaa-eca7-45ae-9581-7eb418f83b78" providerId="ADAL" clId="{E5F8A86B-AA3C-44A7-86F7-7446289AEE06}" dt="2025-10-02T16:26:56.042" v="281" actId="122"/>
      <pc:docMkLst>
        <pc:docMk/>
      </pc:docMkLst>
      <pc:sldChg chg="modSp mod">
        <pc:chgData name="Jakub Pelka" userId="76ddfbaa-eca7-45ae-9581-7eb418f83b78" providerId="ADAL" clId="{E5F8A86B-AA3C-44A7-86F7-7446289AEE06}" dt="2025-10-02T16:07:27.544" v="209" actId="20577"/>
        <pc:sldMkLst>
          <pc:docMk/>
          <pc:sldMk cId="1156674559" sldId="256"/>
        </pc:sldMkLst>
        <pc:spChg chg="mod">
          <ac:chgData name="Jakub Pelka" userId="76ddfbaa-eca7-45ae-9581-7eb418f83b78" providerId="ADAL" clId="{E5F8A86B-AA3C-44A7-86F7-7446289AEE06}" dt="2025-10-02T16:07:27.544" v="209" actId="20577"/>
          <ac:spMkLst>
            <pc:docMk/>
            <pc:sldMk cId="1156674559" sldId="256"/>
            <ac:spMk id="16" creationId="{BA450D1D-FF53-F6A2-1D4A-B78886D74050}"/>
          </ac:spMkLst>
        </pc:spChg>
      </pc:sldChg>
      <pc:sldChg chg="modSp mod">
        <pc:chgData name="Jakub Pelka" userId="76ddfbaa-eca7-45ae-9581-7eb418f83b78" providerId="ADAL" clId="{E5F8A86B-AA3C-44A7-86F7-7446289AEE06}" dt="2025-10-02T16:16:03.153" v="275" actId="113"/>
        <pc:sldMkLst>
          <pc:docMk/>
          <pc:sldMk cId="4149813111" sldId="257"/>
        </pc:sldMkLst>
        <pc:spChg chg="mod">
          <ac:chgData name="Jakub Pelka" userId="76ddfbaa-eca7-45ae-9581-7eb418f83b78" providerId="ADAL" clId="{E5F8A86B-AA3C-44A7-86F7-7446289AEE06}" dt="2025-10-02T16:16:03.153" v="275" actId="113"/>
          <ac:spMkLst>
            <pc:docMk/>
            <pc:sldMk cId="4149813111" sldId="257"/>
            <ac:spMk id="3" creationId="{7B163EB2-A718-0806-6BEC-B1A15FEC6D0E}"/>
          </ac:spMkLst>
        </pc:spChg>
      </pc:sldChg>
      <pc:sldChg chg="modSp mod">
        <pc:chgData name="Jakub Pelka" userId="76ddfbaa-eca7-45ae-9581-7eb418f83b78" providerId="ADAL" clId="{E5F8A86B-AA3C-44A7-86F7-7446289AEE06}" dt="2025-10-02T16:26:56.042" v="281" actId="122"/>
        <pc:sldMkLst>
          <pc:docMk/>
          <pc:sldMk cId="3004935504" sldId="258"/>
        </pc:sldMkLst>
        <pc:spChg chg="mod">
          <ac:chgData name="Jakub Pelka" userId="76ddfbaa-eca7-45ae-9581-7eb418f83b78" providerId="ADAL" clId="{E5F8A86B-AA3C-44A7-86F7-7446289AEE06}" dt="2025-10-02T16:26:56.042" v="281" actId="122"/>
          <ac:spMkLst>
            <pc:docMk/>
            <pc:sldMk cId="3004935504" sldId="258"/>
            <ac:spMk id="3" creationId="{09F607A0-1A06-63D8-B4B9-706300373E34}"/>
          </ac:spMkLst>
        </pc:spChg>
      </pc:sldChg>
      <pc:sldChg chg="modSp mod">
        <pc:chgData name="Jakub Pelka" userId="76ddfbaa-eca7-45ae-9581-7eb418f83b78" providerId="ADAL" clId="{E5F8A86B-AA3C-44A7-86F7-7446289AEE06}" dt="2025-10-02T16:18:06.543" v="280"/>
        <pc:sldMkLst>
          <pc:docMk/>
          <pc:sldMk cId="3532992846" sldId="259"/>
        </pc:sldMkLst>
        <pc:spChg chg="mod">
          <ac:chgData name="Jakub Pelka" userId="76ddfbaa-eca7-45ae-9581-7eb418f83b78" providerId="ADAL" clId="{E5F8A86B-AA3C-44A7-86F7-7446289AEE06}" dt="2025-10-02T16:13:20.015" v="270" actId="20577"/>
          <ac:spMkLst>
            <pc:docMk/>
            <pc:sldMk cId="3532992846" sldId="259"/>
            <ac:spMk id="3" creationId="{8FCE1AE6-2C0D-1CD7-0B59-7EB6209EBEAE}"/>
          </ac:spMkLst>
        </pc:spChg>
        <pc:picChg chg="mod">
          <ac:chgData name="Jakub Pelka" userId="76ddfbaa-eca7-45ae-9581-7eb418f83b78" providerId="ADAL" clId="{E5F8A86B-AA3C-44A7-86F7-7446289AEE06}" dt="2025-10-02T16:18:06.543" v="280"/>
          <ac:picMkLst>
            <pc:docMk/>
            <pc:sldMk cId="3532992846" sldId="259"/>
            <ac:picMk id="7" creationId="{8B93C65C-7905-5E2D-3C65-F377D520BAA0}"/>
          </ac:picMkLst>
        </pc:picChg>
      </pc:sldChg>
      <pc:sldChg chg="addSp modSp mod">
        <pc:chgData name="Jakub Pelka" userId="76ddfbaa-eca7-45ae-9581-7eb418f83b78" providerId="ADAL" clId="{E5F8A86B-AA3C-44A7-86F7-7446289AEE06}" dt="2025-10-02T16:08:02.496" v="211" actId="20577"/>
        <pc:sldMkLst>
          <pc:docMk/>
          <pc:sldMk cId="597373792" sldId="260"/>
        </pc:sldMkLst>
        <pc:spChg chg="add">
          <ac:chgData name="Jakub Pelka" userId="76ddfbaa-eca7-45ae-9581-7eb418f83b78" providerId="ADAL" clId="{E5F8A86B-AA3C-44A7-86F7-7446289AEE06}" dt="2025-10-02T15:56:24.792" v="94"/>
          <ac:spMkLst>
            <pc:docMk/>
            <pc:sldMk cId="597373792" sldId="260"/>
            <ac:spMk id="2" creationId="{16C985F3-CCEB-ECF0-072D-9E3758F5C98D}"/>
          </ac:spMkLst>
        </pc:spChg>
        <pc:spChg chg="mod">
          <ac:chgData name="Jakub Pelka" userId="76ddfbaa-eca7-45ae-9581-7eb418f83b78" providerId="ADAL" clId="{E5F8A86B-AA3C-44A7-86F7-7446289AEE06}" dt="2025-10-02T16:08:02.496" v="211" actId="20577"/>
          <ac:spMkLst>
            <pc:docMk/>
            <pc:sldMk cId="597373792" sldId="260"/>
            <ac:spMk id="3" creationId="{6ADF1E55-6CDB-365D-7036-5C8E9C2AE528}"/>
          </ac:spMkLst>
        </pc:spChg>
      </pc:sldChg>
      <pc:sldChg chg="modSp mod">
        <pc:chgData name="Jakub Pelka" userId="76ddfbaa-eca7-45ae-9581-7eb418f83b78" providerId="ADAL" clId="{E5F8A86B-AA3C-44A7-86F7-7446289AEE06}" dt="2025-10-02T16:08:41.792" v="212"/>
        <pc:sldMkLst>
          <pc:docMk/>
          <pc:sldMk cId="2471652959" sldId="261"/>
        </pc:sldMkLst>
        <pc:spChg chg="mod">
          <ac:chgData name="Jakub Pelka" userId="76ddfbaa-eca7-45ae-9581-7eb418f83b78" providerId="ADAL" clId="{E5F8A86B-AA3C-44A7-86F7-7446289AEE06}" dt="2025-10-02T15:57:37.996" v="105" actId="113"/>
          <ac:spMkLst>
            <pc:docMk/>
            <pc:sldMk cId="2471652959" sldId="261"/>
            <ac:spMk id="3" creationId="{6DF47298-5CFB-D5EE-9665-1466B49D5C0D}"/>
          </ac:spMkLst>
        </pc:spChg>
        <pc:picChg chg="mod">
          <ac:chgData name="Jakub Pelka" userId="76ddfbaa-eca7-45ae-9581-7eb418f83b78" providerId="ADAL" clId="{E5F8A86B-AA3C-44A7-86F7-7446289AEE06}" dt="2025-10-02T16:08:41.792" v="212"/>
          <ac:picMkLst>
            <pc:docMk/>
            <pc:sldMk cId="2471652959" sldId="261"/>
            <ac:picMk id="11" creationId="{C09BF596-EE5C-E03A-0059-4E8EB51093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34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300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370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147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318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3793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0783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747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548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746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262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7E636-BFB0-4BB4-BDE3-A9D1739E768B}" type="datetimeFigureOut">
              <a:rPr lang="sv-SE" smtClean="0"/>
              <a:t>2025-10-02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14874-A400-47DA-92C5-118ED1DB9E3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940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ynxsolutions.gumroad.com/l/hrld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lynxsolutions.gumroad.com/l/hrld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B163EB2-A718-0806-6BEC-B1A15FEC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6054595"/>
            <a:ext cx="5915025" cy="31978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I’ve always loved computer vision counters — but endless code made them hard to use. </a:t>
            </a:r>
          </a:p>
          <a:p>
            <a:pPr marL="0" indent="0">
              <a:buNone/>
            </a:pPr>
            <a:r>
              <a:rPr lang="en-US" b="1" dirty="0"/>
              <a:t>I needed a better way.</a:t>
            </a:r>
            <a:br>
              <a:rPr lang="en-US" b="1" dirty="0"/>
            </a:br>
            <a:endParaRPr lang="sv-SE" b="1" dirty="0"/>
          </a:p>
        </p:txBody>
      </p:sp>
    </p:spTree>
    <p:extLst>
      <p:ext uri="{BB962C8B-B14F-4D97-AF65-F5344CB8AC3E}">
        <p14:creationId xmlns:p14="http://schemas.microsoft.com/office/powerpoint/2010/main" val="414981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10EF-91C5-B9CA-2B22-641DD02E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FCE1AE6-2C0D-1CD7-0B59-7EB6209EB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644336"/>
            <a:ext cx="5915025" cy="6285266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That is why I created an app everyone can use!</a:t>
            </a:r>
            <a:endParaRPr lang="sv-SE" b="1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5A39026D-3839-6144-C0A8-0E1079D97EC3}"/>
              </a:ext>
            </a:extLst>
          </p:cNvPr>
          <p:cNvSpPr txBox="1"/>
          <p:nvPr/>
        </p:nvSpPr>
        <p:spPr>
          <a:xfrm>
            <a:off x="688933" y="5504710"/>
            <a:ext cx="54801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hlinkClick r:id="rId2"/>
              </a:rPr>
              <a:t>ComputerVision</a:t>
            </a:r>
            <a:r>
              <a:rPr lang="en-US" sz="2800" b="1" dirty="0">
                <a:hlinkClick r:id="rId2"/>
              </a:rPr>
              <a:t> Counter — Count anything without coding</a:t>
            </a:r>
            <a:br>
              <a:rPr lang="en-US" sz="2800" b="1" dirty="0">
                <a:hlinkClick r:id="rId2"/>
              </a:rPr>
            </a:br>
            <a:r>
              <a:rPr lang="en-US" sz="2800" b="1" dirty="0">
                <a:hlinkClick r:id="rId2"/>
              </a:rPr>
              <a:t>(for images)</a:t>
            </a:r>
            <a:endParaRPr lang="en-US" sz="2800" b="1" dirty="0"/>
          </a:p>
        </p:txBody>
      </p:sp>
      <p:pic>
        <p:nvPicPr>
          <p:cNvPr id="7" name="Bildobjekt 6" descr="En bild som visar häst&#10;&#10;AI-genererat innehåll kan vara felaktigt.">
            <a:hlinkClick r:id="rId2"/>
            <a:extLst>
              <a:ext uri="{FF2B5EF4-FFF2-40B4-BE49-F238E27FC236}">
                <a16:creationId xmlns:a16="http://schemas.microsoft.com/office/drawing/2014/main" id="{8B93C65C-7905-5E2D-3C65-F377D520B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887" y="1979937"/>
            <a:ext cx="2932227" cy="293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9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9F607A0-1A06-63D8-B4B9-70630037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641722"/>
            <a:ext cx="6259513" cy="6285266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A STEP forward in computer vision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Using it in your workflow is a great STEP forward, because it’s…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 - safe</a:t>
            </a:r>
            <a:r>
              <a:rPr lang="en-US" dirty="0"/>
              <a:t> – keep data offline, under your control</a:t>
            </a:r>
          </a:p>
          <a:p>
            <a:pPr marL="0" indent="0">
              <a:buNone/>
            </a:pPr>
            <a:r>
              <a:rPr lang="en-US" b="1" dirty="0"/>
              <a:t>T - time saving</a:t>
            </a:r>
            <a:r>
              <a:rPr lang="en-US" dirty="0"/>
              <a:t> – let the computer do the counting</a:t>
            </a:r>
            <a:endParaRPr lang="sv-SE" dirty="0"/>
          </a:p>
          <a:p>
            <a:pPr marL="0" indent="0">
              <a:buNone/>
            </a:pPr>
            <a:r>
              <a:rPr lang="en-US" b="1" dirty="0"/>
              <a:t>E - easy</a:t>
            </a:r>
            <a:r>
              <a:rPr lang="en-US" dirty="0"/>
              <a:t> – no coding, just a simple UI</a:t>
            </a:r>
          </a:p>
          <a:p>
            <a:pPr marL="0" indent="0">
              <a:buNone/>
            </a:pPr>
            <a:r>
              <a:rPr lang="en-US" b="1" dirty="0"/>
              <a:t>P - portable</a:t>
            </a:r>
            <a:r>
              <a:rPr lang="en-US" dirty="0"/>
              <a:t> – </a:t>
            </a:r>
            <a:r>
              <a:rPr lang="sv-SE" dirty="0" err="1"/>
              <a:t>everything</a:t>
            </a:r>
            <a:r>
              <a:rPr lang="sv-SE" dirty="0"/>
              <a:t> in </a:t>
            </a:r>
            <a:r>
              <a:rPr lang="sv-SE" dirty="0" err="1"/>
              <a:t>one</a:t>
            </a:r>
            <a:r>
              <a:rPr lang="sv-SE" dirty="0"/>
              <a:t> folder</a:t>
            </a:r>
            <a:endParaRPr lang="en-US" dirty="0"/>
          </a:p>
        </p:txBody>
      </p:sp>
      <p:pic>
        <p:nvPicPr>
          <p:cNvPr id="5" name="Bildobjekt 4" descr="En bild som visar fordon, bil, väg, Landfordon&#10;&#10;AI-genererat innehåll kan vara felaktigt.">
            <a:extLst>
              <a:ext uri="{FF2B5EF4-FFF2-40B4-BE49-F238E27FC236}">
                <a16:creationId xmlns:a16="http://schemas.microsoft.com/office/drawing/2014/main" id="{78C9D030-A8EC-303D-09E9-3C95D778E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54500"/>
            <a:ext cx="6858000" cy="29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3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ruta 15">
            <a:extLst>
              <a:ext uri="{FF2B5EF4-FFF2-40B4-BE49-F238E27FC236}">
                <a16:creationId xmlns:a16="http://schemas.microsoft.com/office/drawing/2014/main" id="{BA450D1D-FF53-F6A2-1D4A-B78886D74050}"/>
              </a:ext>
            </a:extLst>
          </p:cNvPr>
          <p:cNvSpPr txBox="1"/>
          <p:nvPr/>
        </p:nvSpPr>
        <p:spPr>
          <a:xfrm>
            <a:off x="413359" y="649439"/>
            <a:ext cx="62129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00" b="1" dirty="0"/>
              <a:t>How it works ?</a:t>
            </a:r>
            <a:br>
              <a:rPr lang="en-US" sz="2100" b="1" dirty="0"/>
            </a:br>
            <a:endParaRPr lang="en-US" sz="2100" b="1" dirty="0"/>
          </a:p>
          <a:p>
            <a:pPr>
              <a:buNone/>
            </a:pPr>
            <a:r>
              <a:rPr lang="en-US" sz="2100" dirty="0"/>
              <a:t>→ Add images</a:t>
            </a:r>
            <a:br>
              <a:rPr lang="en-US" sz="2100" dirty="0"/>
            </a:br>
            <a:r>
              <a:rPr lang="en-US" sz="2100" dirty="0"/>
              <a:t>→ Select model &amp; choose classes </a:t>
            </a:r>
            <a:br>
              <a:rPr lang="en-US" sz="2100" dirty="0"/>
            </a:br>
            <a:r>
              <a:rPr lang="en-US" sz="2100" dirty="0"/>
              <a:t>→  Start</a:t>
            </a:r>
            <a:br>
              <a:rPr lang="en-US" sz="2100" dirty="0"/>
            </a:br>
            <a:endParaRPr lang="en-US" sz="2100" dirty="0"/>
          </a:p>
          <a:p>
            <a:pPr algn="ctr"/>
            <a:r>
              <a:rPr lang="en-US" sz="2100" i="1" dirty="0"/>
              <a:t>Your data + your model = fast detection, </a:t>
            </a:r>
            <a:br>
              <a:rPr lang="en-US" sz="2100" i="1" dirty="0"/>
            </a:br>
            <a:r>
              <a:rPr lang="en-US" sz="2100" i="1" dirty="0"/>
              <a:t>reliable object counts, zero programming.</a:t>
            </a:r>
            <a:endParaRPr lang="en-US" sz="2100" dirty="0"/>
          </a:p>
        </p:txBody>
      </p:sp>
      <p:pic>
        <p:nvPicPr>
          <p:cNvPr id="18" name="Bildobjekt 17" descr="En bild som visar text, skärmbild, skärm, programvara&#10;&#10;AI-genererat innehåll kan vara felaktigt.">
            <a:extLst>
              <a:ext uri="{FF2B5EF4-FFF2-40B4-BE49-F238E27FC236}">
                <a16:creationId xmlns:a16="http://schemas.microsoft.com/office/drawing/2014/main" id="{D9BF813B-FB09-4986-AC6F-1C186E4CB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901"/>
            <a:ext cx="6858000" cy="586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7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ADF1E55-6CDB-365D-7036-5C8E9C2AE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652919"/>
            <a:ext cx="5915025" cy="8383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When to use it ?</a:t>
            </a:r>
            <a:br>
              <a:rPr lang="en-US" b="1" dirty="0"/>
            </a:br>
            <a:endParaRPr lang="en-US" b="1" dirty="0"/>
          </a:p>
          <a:p>
            <a:pPr>
              <a:buFontTx/>
              <a:buChar char="-"/>
            </a:pPr>
            <a:r>
              <a:rPr lang="en-US" dirty="0"/>
              <a:t>Count cars in parking lots (e.g. drone images) </a:t>
            </a:r>
          </a:p>
          <a:p>
            <a:pPr>
              <a:buFontTx/>
              <a:buChar char="-"/>
            </a:pPr>
            <a:r>
              <a:rPr lang="en-US" dirty="0"/>
              <a:t>Count birds during migration</a:t>
            </a:r>
          </a:p>
          <a:p>
            <a:pPr>
              <a:buFontTx/>
              <a:buChar char="-"/>
            </a:pPr>
            <a:r>
              <a:rPr lang="en-US" dirty="0"/>
              <a:t>Detect objects in aerial images for GIS</a:t>
            </a:r>
          </a:p>
          <a:p>
            <a:pPr>
              <a:buFontTx/>
              <a:buChar char="-"/>
            </a:pPr>
            <a:r>
              <a:rPr lang="en-US" dirty="0"/>
              <a:t>Count objects inside defined zones (AOI)</a:t>
            </a:r>
          </a:p>
          <a:p>
            <a:pPr>
              <a:buFontTx/>
              <a:buChar char="-"/>
            </a:pPr>
            <a:r>
              <a:rPr lang="en-US" dirty="0"/>
              <a:t>Count (almost) anything with the right model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endParaRPr lang="sv-SE" dirty="0"/>
          </a:p>
        </p:txBody>
      </p:sp>
      <p:pic>
        <p:nvPicPr>
          <p:cNvPr id="5" name="Bildobjekt 4" descr="En bild som visar utomhus, väg, träd, fordon&#10;&#10;AI-genererat innehåll kan vara felaktigt.">
            <a:extLst>
              <a:ext uri="{FF2B5EF4-FFF2-40B4-BE49-F238E27FC236}">
                <a16:creationId xmlns:a16="http://schemas.microsoft.com/office/drawing/2014/main" id="{B9C660D1-44C8-E037-DF0A-A87C8AAE8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0725"/>
            <a:ext cx="6858000" cy="297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7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DF47298-5CFB-D5EE-9665-1466B49D5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647699"/>
            <a:ext cx="5915025" cy="916939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Where to get it?</a:t>
            </a:r>
          </a:p>
          <a:p>
            <a:pPr marL="0" indent="0">
              <a:buNone/>
            </a:pPr>
            <a:r>
              <a:rPr lang="en-US" b="1" dirty="0"/>
              <a:t>Try it now on </a:t>
            </a:r>
            <a:r>
              <a:rPr lang="en-US" b="1" dirty="0" err="1"/>
              <a:t>Gumroad</a:t>
            </a:r>
            <a:r>
              <a:rPr lang="en-US" b="1" dirty="0"/>
              <a:t>: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>
                <a:hlinkClick r:id="rId2"/>
              </a:rPr>
              <a:t>ComputerVision</a:t>
            </a:r>
            <a:r>
              <a:rPr lang="en-US" b="1" dirty="0">
                <a:hlinkClick r:id="rId2"/>
              </a:rPr>
              <a:t> Counter — Count anything without coding (from images)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sz="1600" dirty="0"/>
              <a:t>⚠️ </a:t>
            </a:r>
            <a:r>
              <a:rPr lang="en-US" sz="1600" i="1" dirty="0"/>
              <a:t>Detection models are not included.</a:t>
            </a:r>
            <a:endParaRPr lang="en-US" sz="1600" dirty="0"/>
          </a:p>
          <a:p>
            <a:endParaRPr lang="sv-SE" dirty="0"/>
          </a:p>
        </p:txBody>
      </p:sp>
      <p:pic>
        <p:nvPicPr>
          <p:cNvPr id="5" name="Bildobjekt 4" descr="En bild som visar text, affisch, lodjur, katt&#10;&#10;AI-genererat innehåll kan vara felaktigt.">
            <a:extLst>
              <a:ext uri="{FF2B5EF4-FFF2-40B4-BE49-F238E27FC236}">
                <a16:creationId xmlns:a16="http://schemas.microsoft.com/office/drawing/2014/main" id="{CBBC0008-0CB7-7EBC-09EF-EA7A69950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61" y="8032748"/>
            <a:ext cx="1784351" cy="1784351"/>
          </a:xfrm>
          <a:prstGeom prst="rect">
            <a:avLst/>
          </a:prstGeom>
        </p:spPr>
      </p:pic>
      <p:pic>
        <p:nvPicPr>
          <p:cNvPr id="11" name="Bildobjekt 10">
            <a:hlinkClick r:id="rId2"/>
            <a:extLst>
              <a:ext uri="{FF2B5EF4-FFF2-40B4-BE49-F238E27FC236}">
                <a16:creationId xmlns:a16="http://schemas.microsoft.com/office/drawing/2014/main" id="{C09BF596-EE5C-E03A-0059-4E8EB5109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243748"/>
            <a:ext cx="6477000" cy="562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52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223</Words>
  <Application>Microsoft Office PowerPoint</Application>
  <PresentationFormat>A4 (210 x 297 mm)</PresentationFormat>
  <Paragraphs>56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Kungsbacka kommun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Pelka</dc:creator>
  <cp:lastModifiedBy>Jakub Pelka</cp:lastModifiedBy>
  <cp:revision>1</cp:revision>
  <dcterms:created xsi:type="dcterms:W3CDTF">2025-10-02T15:10:40Z</dcterms:created>
  <dcterms:modified xsi:type="dcterms:W3CDTF">2025-10-02T16:27:05Z</dcterms:modified>
</cp:coreProperties>
</file>